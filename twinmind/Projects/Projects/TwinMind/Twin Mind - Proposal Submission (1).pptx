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0C071-7985-D50E-AF01-35D47842C6F5}" v="27" dt="2026-02-13T10:24:59.804"/>
    <p1510:client id="{65A5CFBC-EE05-05E5-26BF-7D5B628A939D}" v="11" dt="2026-02-12T09:53:30.170"/>
    <p1510:client id="{FF86546B-B894-47B5-B3B5-548D58E7FB6B}" v="1" dt="2026-02-12T09:37:09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432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972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025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238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86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4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52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61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075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228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7672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049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885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687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932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85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47822EB-8AB7-4453-B8F3-83E8EE3FA221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76C24-2B45-42DD-99D7-8702E92C9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9653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71E3E-5819-F36F-C80A-BBD0FC5B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9" y="133141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>
                <a:latin typeface="+mn-lt"/>
              </a:rPr>
              <a:t>Knowledge Continuity AI – Multi-Agent Enterprise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0896D-BE8B-9043-47E0-6E1791687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501" y="889202"/>
            <a:ext cx="5157787" cy="1656428"/>
          </a:xfrm>
        </p:spPr>
        <p:txBody>
          <a:bodyPr>
            <a:norm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Team Name: (TWIN MIND)</a:t>
            </a:r>
          </a:p>
          <a:p>
            <a:r>
              <a:rPr lang="en-US" sz="1200" b="1" dirty="0">
                <a:solidFill>
                  <a:schemeClr val="tx1"/>
                </a:solidFill>
              </a:rPr>
              <a:t>Members:</a:t>
            </a:r>
            <a:br>
              <a:rPr lang="en-US" sz="1200" b="0" dirty="0"/>
            </a:br>
            <a:r>
              <a:rPr lang="en-US" sz="1200">
                <a:solidFill>
                  <a:schemeClr val="tx1"/>
                </a:solidFill>
              </a:rPr>
              <a:t>Sthuthi,</a:t>
            </a:r>
            <a:r>
              <a:rPr lang="en-US" sz="1200" b="0">
                <a:solidFill>
                  <a:schemeClr val="tx1"/>
                </a:solidFill>
              </a:rPr>
              <a:t> </a:t>
            </a:r>
            <a:r>
              <a:rPr lang="en-US" sz="1200">
                <a:solidFill>
                  <a:schemeClr val="tx1"/>
                </a:solidFill>
              </a:rPr>
              <a:t>Hemanth P,</a:t>
            </a:r>
            <a:r>
              <a:rPr lang="en-US" sz="1200" b="0">
                <a:solidFill>
                  <a:schemeClr val="tx1"/>
                </a:solidFill>
              </a:rPr>
              <a:t> </a:t>
            </a:r>
            <a:r>
              <a:rPr lang="en-US" sz="1200">
                <a:solidFill>
                  <a:schemeClr val="tx1"/>
                </a:solidFill>
              </a:rPr>
              <a:t>Pravallika</a:t>
            </a:r>
            <a:r>
              <a:rPr lang="en-US" sz="1200" b="0" dirty="0">
                <a:solidFill>
                  <a:schemeClr val="tx1"/>
                </a:solidFill>
              </a:rPr>
              <a:t> (Business / QA)</a:t>
            </a:r>
          </a:p>
          <a:p>
            <a:endParaRPr lang="en-US" sz="1200"/>
          </a:p>
          <a:p>
            <a:endParaRPr lang="en-IN" sz="12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07F93-1F00-AFC8-32FD-F3394BA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0499" y="1074631"/>
            <a:ext cx="4409847" cy="1573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/>
              <a:t>Problem Statement :</a:t>
            </a:r>
          </a:p>
          <a:p>
            <a:pPr marL="0" indent="0">
              <a:buNone/>
            </a:pPr>
            <a:r>
              <a:rPr lang="en-US" sz="1200"/>
              <a:t>Critical work knowledge is scattered across emails, Teams chats, meetings, and documents.</a:t>
            </a:r>
            <a:br>
              <a:rPr lang="en-US" sz="1200"/>
            </a:br>
            <a:br>
              <a:rPr lang="en-US" sz="1200"/>
            </a:br>
            <a:r>
              <a:rPr lang="en-US" sz="1200"/>
              <a:t>When employees are absent or leave, important context is lost, causing delays, dependency on individuals, and slow onboarding.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8C307-F63C-C0D0-121A-F1370F5A6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1043" y="4732100"/>
            <a:ext cx="5191229" cy="15736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/>
              <a:t>Impact :</a:t>
            </a:r>
          </a:p>
          <a:p>
            <a:r>
              <a:rPr lang="en-US" sz="1200"/>
              <a:t>30–50% faster onboarding</a:t>
            </a:r>
          </a:p>
          <a:p>
            <a:r>
              <a:rPr lang="en-US" sz="1200"/>
              <a:t>Reduced knowledge loss during employee exit</a:t>
            </a:r>
          </a:p>
          <a:p>
            <a:r>
              <a:rPr lang="en-US" sz="1200"/>
              <a:t>Improved business continuity</a:t>
            </a:r>
          </a:p>
          <a:p>
            <a:r>
              <a:rPr lang="en-US" sz="1200"/>
              <a:t>Better decision traceability</a:t>
            </a:r>
          </a:p>
          <a:p>
            <a:r>
              <a:rPr lang="en-US" sz="1200"/>
              <a:t>Streamlined enterprise workflows</a:t>
            </a:r>
          </a:p>
          <a:p>
            <a:endParaRPr lang="en-IN" sz="120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827048F-5E60-ED3E-B8A6-9EFD5B5E5382}"/>
              </a:ext>
            </a:extLst>
          </p:cNvPr>
          <p:cNvSpPr txBox="1">
            <a:spLocks/>
          </p:cNvSpPr>
          <p:nvPr/>
        </p:nvSpPr>
        <p:spPr>
          <a:xfrm>
            <a:off x="549171" y="2912743"/>
            <a:ext cx="4475162" cy="1879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/>
              <a:t>Market Research :</a:t>
            </a:r>
          </a:p>
          <a:p>
            <a:pPr marL="0" indent="0">
              <a:buNone/>
            </a:pPr>
            <a:r>
              <a:rPr lang="en-US" sz="1200"/>
              <a:t>Existing tools like Copilot, ChatGPT, and knowledge bases assist in queries but lack persistent employee-level memory.</a:t>
            </a:r>
            <a:br>
              <a:rPr lang="en-US" sz="1200"/>
            </a:br>
            <a:br>
              <a:rPr lang="en-US" sz="1200"/>
            </a:br>
            <a:r>
              <a:rPr lang="en-US" sz="1200"/>
              <a:t>Current systems are reactive, require manual documentation, and do not enable multi-agent knowledge collaboration.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72822F0-A44A-0B2F-AB7C-B3768F130B68}"/>
              </a:ext>
            </a:extLst>
          </p:cNvPr>
          <p:cNvSpPr txBox="1">
            <a:spLocks/>
          </p:cNvSpPr>
          <p:nvPr/>
        </p:nvSpPr>
        <p:spPr>
          <a:xfrm>
            <a:off x="6096000" y="5151173"/>
            <a:ext cx="5191229" cy="157368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/>
              <a:t>Expected Outcome :</a:t>
            </a:r>
          </a:p>
          <a:p>
            <a:r>
              <a:rPr lang="en-US" sz="2500"/>
              <a:t>A working prototype demonstrating:</a:t>
            </a:r>
          </a:p>
          <a:p>
            <a:r>
              <a:rPr lang="en-US" sz="2500"/>
              <a:t>Personal AI Agent with contextual memory</a:t>
            </a:r>
          </a:p>
          <a:p>
            <a:r>
              <a:rPr lang="en-US" sz="2500"/>
              <a:t>Sample integration with email/chat data</a:t>
            </a:r>
          </a:p>
          <a:p>
            <a:r>
              <a:rPr lang="en-US" sz="2500"/>
              <a:t>Automated knowledge handover simulation</a:t>
            </a:r>
          </a:p>
          <a:p>
            <a:r>
              <a:rPr lang="en-US" sz="2500"/>
              <a:t>Basic multi-agent coordination capability</a:t>
            </a:r>
          </a:p>
          <a:p>
            <a:endParaRPr lang="en-IN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F24830DB-1A10-613E-96FD-D08FE527DB10}"/>
              </a:ext>
            </a:extLst>
          </p:cNvPr>
          <p:cNvSpPr txBox="1">
            <a:spLocks/>
          </p:cNvSpPr>
          <p:nvPr/>
        </p:nvSpPr>
        <p:spPr>
          <a:xfrm>
            <a:off x="6020499" y="2535887"/>
            <a:ext cx="5191229" cy="19498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200" b="1"/>
          </a:p>
          <a:p>
            <a:pPr marL="0" indent="0">
              <a:buNone/>
            </a:pPr>
            <a:r>
              <a:rPr lang="en-US" sz="1200" b="1"/>
              <a:t>Proposed Solution :</a:t>
            </a:r>
          </a:p>
          <a:p>
            <a:pPr marL="0" indent="0">
              <a:buNone/>
            </a:pPr>
            <a:r>
              <a:rPr lang="en-US" sz="1200"/>
              <a:t>A Multi-Agent AI system where each employee has a dedicated AI Agent that:</a:t>
            </a:r>
          </a:p>
          <a:p>
            <a:r>
              <a:rPr lang="en-US" sz="1200"/>
              <a:t>Continuously learns from emails, chats, meetings, and documents</a:t>
            </a:r>
          </a:p>
          <a:p>
            <a:r>
              <a:rPr lang="en-US" sz="1200"/>
              <a:t>Stores contextual memory using LLM + vector database</a:t>
            </a:r>
          </a:p>
          <a:p>
            <a:r>
              <a:rPr lang="en-US" sz="1200"/>
              <a:t>Collaborates securely with other agents</a:t>
            </a:r>
          </a:p>
          <a:p>
            <a:r>
              <a:rPr lang="en-US" sz="1200"/>
              <a:t>Generates automated summaries and handover reports</a:t>
            </a:r>
          </a:p>
          <a:p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355027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Ion</vt:lpstr>
      <vt:lpstr>Knowledge Continuity AI – Multi-Agent Enterprise Intelligence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Pravallika Kollippara</dc:creator>
  <cp:revision>11</cp:revision>
  <dcterms:created xsi:type="dcterms:W3CDTF">2026-02-12T08:53:46Z</dcterms:created>
  <dcterms:modified xsi:type="dcterms:W3CDTF">2026-02-28T08:44:02Z</dcterms:modified>
</cp:coreProperties>
</file>